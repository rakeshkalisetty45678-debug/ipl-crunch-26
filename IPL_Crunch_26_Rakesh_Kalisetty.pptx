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0"/>
            <a:ext cx="2194560" cy="2194560"/>
          </a:xfrm>
          <a:prstGeom prst="ellipse">
            <a:avLst/>
          </a:prstGeom>
          <a:solidFill>
            <a:srgbClr val="1A2940"/>
          </a:solidFill>
          <a:ln w="19050">
            <a:solidFill>
              <a:srgbClr val="1A7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051560"/>
            <a:ext cx="1554480" cy="1554480"/>
          </a:xfrm>
          <a:prstGeom prst="ellipse">
            <a:avLst/>
          </a:prstGeom>
          <a:solidFill>
            <a:srgbClr val="1A2940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1887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🏏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WOOBLE · IPL CRUNCH '26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Data Analysis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Patterns from 13 Seasons of IPL Cricket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09728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30175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91320"/>
          </a:solidFill>
          <a:ln w="12700">
            <a:solidFill>
              <a:srgbClr val="0913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Rakesh Kalisetty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·  IPL Crunch '26  ·  May 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IPL Complete Dataset (2008–2020)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920240" cy="91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Seasons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– 2020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87168" y="1188720"/>
            <a:ext cx="19202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188720"/>
            <a:ext cx="19202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87168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Matches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7168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1188720"/>
            <a:ext cx="19202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188720"/>
            <a:ext cx="1920240" cy="9144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179,078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08576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Deliveries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08576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9984" y="1188720"/>
            <a:ext cx="1920240" cy="1463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9984" y="1188720"/>
            <a:ext cx="1920240" cy="91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13258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29984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9984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matches.csv + deliveries.csv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E8F0FE"/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00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48840" y="320040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E8F0FE"/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3200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320040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E8F0FE"/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0" y="3200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320040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E8F0FE"/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200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23760" y="3200400"/>
            <a:ext cx="1508760" cy="384048"/>
          </a:xfrm>
          <a:prstGeom prst="roundRect">
            <a:avLst>
              <a:gd name="adj" fmla="val 11905"/>
            </a:avLst>
          </a:prstGeom>
          <a:solidFill>
            <a:srgbClr val="E8F0FE"/>
          </a:solidFill>
          <a:ln w="6350">
            <a:solidFill>
              <a:srgbClr val="1A73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3200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Covered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Toss win vs Match win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Phase impact — Powerplay / Middle / Death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Top Batters across seasons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Top Bowlers across seasons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Surprise Insight — The Chasing Advantage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Venue analysis — Batter vs Bowler friendly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Winning the Toss Win the Match?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669280" cy="29260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3794760"/>
            <a:ext cx="8595360" cy="1005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914400"/>
            <a:ext cx="2834640" cy="2926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035040" y="914400"/>
            <a:ext cx="2834640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8076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26480" y="13716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winner wins only ~52% of matches — barely above chance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choosing to FIELD after winning toss win more often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is the smarter toss decision in modern IPL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team consistently converts toss win to match win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Phase Impacts Victory Most?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6692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960120"/>
            <a:ext cx="28346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5040" y="960120"/>
            <a:ext cx="64008" cy="8686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2200" y="10332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(1–6)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280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wicket-taking phase. Early collapses are decisive.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035040" y="1929384"/>
            <a:ext cx="28346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0" y="1929384"/>
            <a:ext cx="64008" cy="86868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200" y="2002536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Overs (7–15)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224942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partnerships here is critical for a big total.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2898648"/>
            <a:ext cx="2834640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2898648"/>
            <a:ext cx="64008" cy="86868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97180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(16–20)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3218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run rate phase. Finishers make or break the game.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Batters Across IPL Seasons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96112"/>
            <a:ext cx="87782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E8F5E9"/>
          </a:solidFill>
          <a:ln w="6350">
            <a:solidFill>
              <a:srgbClr val="34A8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Top run scorers don't always have the best strike rates — the elite batters balance volume AND aggression.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Bowlers Across IPL Seasons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96112"/>
            <a:ext cx="877824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F3E5F5"/>
          </a:solidFill>
          <a:ln w="6350">
            <a:solidFill>
              <a:srgbClr val="8E24A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Economy rate is a better measure of sustained bowling quality than raw wickets alone.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Surprise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Chasing Advantage — A Hidden IPL Pattern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896112"/>
            <a:ext cx="87782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315968"/>
            <a:ext cx="2651760" cy="713232"/>
          </a:xfrm>
          <a:prstGeom prst="rect">
            <a:avLst/>
          </a:prstGeom>
          <a:solidFill>
            <a:srgbClr val="131F2E"/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343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43434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Win Rate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4645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batting second win significantly more than those batting first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00400" y="4315968"/>
            <a:ext cx="2651760" cy="713232"/>
          </a:xfrm>
          <a:prstGeom prst="rect">
            <a:avLst/>
          </a:prstGeom>
          <a:solidFill>
            <a:srgbClr val="131F2E"/>
          </a:solidFill>
          <a:ln w="10160">
            <a:solidFill>
              <a:srgbClr val="1A73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0" y="4343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06240" y="43434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Field-First Trend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46120" y="4645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Captains increasingly choose to field — this pattern has grown season by season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80760" y="4315968"/>
            <a:ext cx="2651760" cy="713232"/>
          </a:xfrm>
          <a:prstGeom prst="rect">
            <a:avLst/>
          </a:prstGeom>
          <a:solidFill>
            <a:srgbClr val="131F2E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4343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 + Pitch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86600" y="43434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26480" y="4645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deterioration, dew factor &amp; psychological pressure all favour chasers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Analysis — Batter vs Bowler Friendly Grounds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96112"/>
            <a:ext cx="54864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914400"/>
            <a:ext cx="292608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0" y="914400"/>
            <a:ext cx="2926080" cy="731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1005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35040" y="1371600"/>
            <a:ext cx="274320" cy="20116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3898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Batter-friendly (above median runs/ball)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1664208"/>
            <a:ext cx="274320" cy="2011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168249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Bowler-friendly (below median runs/ball)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0" y="2423160"/>
            <a:ext cx="292608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9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2423160"/>
            <a:ext cx="2926080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25146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35040" y="283464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Venues like Chinnaswamy (Bengaluru) heavily favour batters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Chidambaram (Chennai) tends to help spinners &amp; bowlers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should adjust batting strategy based on venue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is an underrated factor in IPL fantasy &amp; betting analytics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051560"/>
          </a:xfrm>
          <a:prstGeom prst="rect">
            <a:avLst/>
          </a:prstGeom>
          <a:solidFill>
            <a:srgbClr val="0D1B2A"/>
          </a:solidFill>
          <a:ln w="10160">
            <a:solidFill>
              <a:srgbClr val="1A7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502920" cy="1051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2412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is overrated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the toss gives only a ~52% win rate — barely better than a coin flip.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206240" cy="1051560"/>
          </a:xfrm>
          <a:prstGeom prst="rect">
            <a:avLst/>
          </a:prstGeom>
          <a:solidFill>
            <a:srgbClr val="0D1B2A"/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914400"/>
            <a:ext cx="502920" cy="105156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1440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102412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to win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32588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chasing win 55–60% of the time. Fielding first is the smarter toss decision.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84832"/>
            <a:ext cx="4206240" cy="1051560"/>
          </a:xfrm>
          <a:prstGeom prst="rect">
            <a:avLst/>
          </a:prstGeom>
          <a:solidFill>
            <a:srgbClr val="0D1B2A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84832"/>
            <a:ext cx="5029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84832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1945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Powerplay wickets are decisive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496312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collapses in overs 1–6 almost always lead to a loss. Protect your top order.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084832"/>
            <a:ext cx="4206240" cy="1051560"/>
          </a:xfrm>
          <a:prstGeom prst="rect">
            <a:avLst/>
          </a:prstGeom>
          <a:solidFill>
            <a:srgbClr val="0D1B2A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084832"/>
            <a:ext cx="502920" cy="105156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084832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beats volume for batters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2496312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batters combine high run totals with strong strike rates — not just one or the other.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255264"/>
            <a:ext cx="4206240" cy="1051560"/>
          </a:xfrm>
          <a:prstGeom prst="rect">
            <a:avLst/>
          </a:prstGeom>
          <a:solidFill>
            <a:srgbClr val="0D1B2A"/>
          </a:solidFill>
          <a:ln w="10160">
            <a:solidFill>
              <a:srgbClr val="8E24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255264"/>
            <a:ext cx="502920" cy="105156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55264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33649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rate &gt; wickets for bowlers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666744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economy is a better measure of bowling quality than raw wicket count.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255264"/>
            <a:ext cx="4206240" cy="1051560"/>
          </a:xfrm>
          <a:prstGeom prst="rect">
            <a:avLst/>
          </a:prstGeom>
          <a:solidFill>
            <a:srgbClr val="0D1B2A"/>
          </a:solidFill>
          <a:ln w="10160">
            <a:solidFill>
              <a:srgbClr val="EA43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255264"/>
            <a:ext cx="502920" cy="10515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55264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94960" y="33649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changes everything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3666744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Chinnaswamy favours batters; Chepauk favours bowlers — venue strategy is underutilised.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91320"/>
          </a:solidFill>
          <a:ln w="12700">
            <a:solidFill>
              <a:srgbClr val="0913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Rakesh Kalisetty  ·  IPL Crunch '26  ·  Wooble  ·  May 2026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Kaggle — IPL Complete Dataset (2008–2020)  |  github.com/your-username/ipl-crunch-26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Crunch '26 — Data Analysis</dc:title>
  <dc:subject>PptxGenJS Presentation</dc:subject>
  <dc:creator>Rakesh Kalisetty</dc:creator>
  <cp:lastModifiedBy>Rakesh Kalisetty</cp:lastModifiedBy>
  <cp:revision>1</cp:revision>
  <dcterms:created xsi:type="dcterms:W3CDTF">2026-05-16T19:01:33Z</dcterms:created>
  <dcterms:modified xsi:type="dcterms:W3CDTF">2026-05-16T19:01:33Z</dcterms:modified>
</cp:coreProperties>
</file>